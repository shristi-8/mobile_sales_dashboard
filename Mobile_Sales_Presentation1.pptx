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4B99-7A41-3554-8715-C738CDE6F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41C7F-A8C7-922E-B8C0-47D9AAB25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BB70D-F14B-F2B9-246E-56FF08C2F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74B3-BD6A-42A4-2F24-D0EBE309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17075-9E5F-6C63-A070-553ADE25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6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5D47-E61F-9371-BB4F-8138B577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E66F-1D4E-3893-F732-C6AE46A47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56B57-B04E-706A-3739-00FA07E2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6DDCC-9EDA-6E66-2608-5B01F551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05249-6D3D-AACE-23E2-3D7A5D8E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9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AFCA-B862-3375-9E83-474812D06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67A2-4DC3-975E-B7CA-C81CCA4DA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E6643-A171-2234-D3E7-5A5805C5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200AD-AB09-4757-1C29-6EEA2A8C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AD0B4-230F-BEEC-FBEB-DFBD5F54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72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1D83-97AF-272B-7BE7-36B211B4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DB28A-4E48-E62B-441E-273F6C149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07AD8-6773-0DC0-8294-0D8CEED68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4877-951B-F270-F89A-95A338F3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6C64D-AB0F-48EA-7363-6A11F1D4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B0014-39BC-2512-CF70-AD668847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79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F1BD-93F1-1CD0-CF8E-4B47B4A3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4377A-5F57-EE10-5CCF-5EFBE1C81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60FC1-8C61-796A-C0C9-18F16A813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D7C73-ABF9-B839-2E42-5E8622D6A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71042-FF3A-D9FE-99B0-890BEFD52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02B5E-A574-A6C7-68DB-AD818F22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2D9C5A-078F-BF61-75FA-1B979119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40387-D9A3-EB9E-BA23-8E485153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705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3533-D3A1-7438-05BB-50329F54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2BCF4-B0A4-3592-31D0-690BE526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C7293-8E24-7230-CD3A-36989429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9E89F-FE63-19D3-EF88-1870C6C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77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676B8-A01C-019A-13E7-DE0E8FF8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40892B-D071-5977-372B-9A92402A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130D-94F5-F9A8-7DBC-3147E97A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81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87DD-1813-1FCE-7EF1-774BA0479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B56C6-B928-2985-1AC5-D9C5C3F5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B6BD6-179B-BDBB-9BC5-9941FCF19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4EE21-7841-810C-5B67-CB86359D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2335A-0CFB-40BC-52C4-DDAEA272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EF806-7638-1EA2-50F6-1FBCD062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20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DADE-9EA7-7815-D542-9495EF7FA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37AB2-A1CA-B27D-C637-EEFFFE9DA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35FF2-E255-54A9-D324-0E7C50AC4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5F1D5-6966-1B57-B080-F3AD8ED7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72B4D-1DAC-7A22-29B9-3D22C365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9A0D5-443C-4E78-8502-A39EE831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34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37CA-7B6F-F968-525A-3A3F3DBB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10009-D6D2-2080-5ADA-8FCD4A26B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0E25C-C81C-89DE-563D-5DEDB5033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8E0F3-E896-917F-3069-7F732FA1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4BAEE-3675-DF83-1FFF-1553A7BC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847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EC826F-EA8C-DC87-A277-EA8110972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ED09F-26C0-FDAC-72CC-B19C3D319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23584-1957-D3DA-FB0A-5ADF2509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0706D-7D0E-A148-0889-16B63B5D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D44A3-C4F9-540A-314D-F6DAAF5B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14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EDE29-D238-EAA3-29EC-CC9ECB65A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CFF56-08C5-551E-9DF0-A825BB81E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43D6-D35D-FB29-65E5-D7D7AD1C9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41B14-9B00-4CFE-806A-304D7F86D6D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85D1C-AB5C-5FB4-0FDE-E041ACB9F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4AFF5-806A-ED02-9DAE-C0B232CB0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AA006-1FAE-4D29-B85E-A907C1C5E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7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AD0E-2C91-5060-4532-9790C23754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10D4F-ECCF-74D8-3866-DF8A5A0E77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Screen Recording 3">
            <a:hlinkClick r:id="" action="ppaction://media"/>
            <a:extLst>
              <a:ext uri="{FF2B5EF4-FFF2-40B4-BE49-F238E27FC236}">
                <a16:creationId xmlns:a16="http://schemas.microsoft.com/office/drawing/2014/main" id="{F57BEFC8-7171-45CB-868A-8E7CC16E03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8688" y="609600"/>
            <a:ext cx="10333037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43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963"/>
    </mc:Choice>
    <mc:Fallback>
      <p:transition spd="slow" advTm="389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96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Shristi Singh</dc:creator>
  <cp:lastModifiedBy>Shristi Singh</cp:lastModifiedBy>
  <cp:revision>1</cp:revision>
  <dcterms:created xsi:type="dcterms:W3CDTF">2026-06-22T11:05:30Z</dcterms:created>
  <dcterms:modified xsi:type="dcterms:W3CDTF">2026-06-22T11:05:31Z</dcterms:modified>
</cp:coreProperties>
</file>