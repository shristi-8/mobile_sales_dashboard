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BAEAD-E574-DC62-9EA0-F14687C562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88B609-B60A-D0A2-8845-0E1A1E05D9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6055D7-4636-AB86-D967-59FE6836C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41CA4-C5DB-4584-AB83-FB08B18CF1C8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75757C-0C31-C233-36F9-21165BF81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597C88-F6D1-5DF8-2A4B-15E2B37D1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2872D-C6CB-485D-A571-95CE347C12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176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3E46D-B04F-D181-CB19-A834D87B0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102B63-EFE0-594A-BCBA-D030013D8C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968CA2-6743-99D6-2E84-648093C61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41CA4-C5DB-4584-AB83-FB08B18CF1C8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7A1D8C-94B1-0A3E-C122-70D8CC52C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D76F04-0421-02E7-F900-D8F8523D5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2872D-C6CB-485D-A571-95CE347C12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79225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37BB5-69D9-4D69-E8CB-A9108A92C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B1862B-FC5E-0216-B235-3A244D3BCD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4D6D48-C3AE-B4CF-C631-EDC5624B2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41CA4-C5DB-4584-AB83-FB08B18CF1C8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FA3BC9-EA77-F1D3-33A5-E0310772E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BD28FE-3198-FCB0-F1B1-4AC9302D3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2872D-C6CB-485D-A571-95CE347C12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1419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D728E-9B16-565D-25DC-DB49C8D2E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6EC081-C175-A372-98D7-B295F5AF25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6C01DF-5138-C563-3615-EEF5261A40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08C26A-B1B1-3735-FB0B-53EFACF2B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41CA4-C5DB-4584-AB83-FB08B18CF1C8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AF23B9-7CE1-2D2A-61D3-788079A9F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FFB639-1116-6900-3686-1041624FA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2872D-C6CB-485D-A571-95CE347C12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70777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CD5DC-51F6-1D7C-66F6-22E2092DA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31A9BE-26B6-26F6-6334-7B8BD16C05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CB8ED4-D5E7-9395-871C-48D7868D8A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1A4AB4-1FC2-D480-E054-EE7D2EBE5B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2E3813-A48E-5694-E525-00992F28DD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722DE01-4DC9-2AF2-B5A2-0520BB332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41CA4-C5DB-4584-AB83-FB08B18CF1C8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3C80D0-B9D3-1B5E-4D4C-B5E4BAEEC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DD4D53-8177-9B6F-EF26-D5AF2B67C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2872D-C6CB-485D-A571-95CE347C12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442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C338D-9E1C-3CA2-53CB-DDCE1109B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92391F-18EA-8666-B812-399B288E3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41CA4-C5DB-4584-AB83-FB08B18CF1C8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3809D5-C94E-0779-6499-25A79F0F0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DC7D97-91D2-1D00-870C-5CC086BEF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2872D-C6CB-485D-A571-95CE347C12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8365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4493EB-E64F-C6E9-E323-51933BFD6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41CA4-C5DB-4584-AB83-FB08B18CF1C8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BF2B9C-1E5F-1F64-0CC2-0E7053466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33EAE9-5D93-6529-477D-530A337C2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2872D-C6CB-485D-A571-95CE347C12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25880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82E1C-4C92-2C4B-8F40-810393896A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88F957-497E-44C9-4786-B17E77CBE1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912109-7718-3781-CFB0-AFC0900E6B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99D93B-0BE0-D54B-F877-78AAF75D4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41CA4-C5DB-4584-AB83-FB08B18CF1C8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B8BB13-6B2B-31D6-0B3A-D57C0BF5D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F5BE56-ED17-0FFB-8BFD-26A4D45EB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2872D-C6CB-485D-A571-95CE347C12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12312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D66E3-80BE-F73B-4E32-9728D4719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C07AC0-60CB-CD77-31CC-CA7D0C5AE8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747D9C-B079-E7E1-6881-4BC9FE15C6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3A168A-3845-DA29-681D-2FF290035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41CA4-C5DB-4584-AB83-FB08B18CF1C8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CFD87E-77BE-4ED5-CD94-D3E75E85B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C3CA9E-EE2D-3717-E09D-9DFAB9029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2872D-C6CB-485D-A571-95CE347C12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20873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0862F-BE12-6820-67E6-C30EA1EEA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331B99-3278-97D9-0CF5-5F4F069A02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4F3187-9E71-C1BC-9056-D5B926F38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41CA4-C5DB-4584-AB83-FB08B18CF1C8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B2AC53-C01E-B839-6302-2D1E714CC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7778B2-8EAF-0711-D731-0C21B4C3B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2872D-C6CB-485D-A571-95CE347C12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0454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2CFD4D-96B2-B152-607F-C04EBCFBD5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10F76F-1A75-6ADF-75A2-129A98231E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7AF222-9200-AE50-08C2-8F0676621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41CA4-C5DB-4584-AB83-FB08B18CF1C8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9EE0E8-7DB8-29F3-A8D7-954E7E34A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6CB8E1-F880-31CC-08AA-CFF4EFA74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2872D-C6CB-485D-A571-95CE347C12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69598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C63602-A998-B9B3-55B2-53303E0B5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472C1D-4822-4D75-7F51-55B96388F5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0E4DC0-3877-979D-A0C4-3BAF3A5BD4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441CA4-C5DB-4584-AB83-FB08B18CF1C8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0E26A6-A977-944C-B858-AFF1163DD6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981881-6A31-29EF-6C95-F5FA65D161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62872D-C6CB-485D-A571-95CE347C12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25836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C9E92-2BFC-09B3-6C59-AAAE41A3DC5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B1D02C-AF3C-2D54-93A6-521F6DAC4A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Screen Recording 3">
            <a:hlinkClick r:id="" action="ppaction://media"/>
            <a:extLst>
              <a:ext uri="{FF2B5EF4-FFF2-40B4-BE49-F238E27FC236}">
                <a16:creationId xmlns:a16="http://schemas.microsoft.com/office/drawing/2014/main" id="{0C68833B-DFB7-8EC0-A223-B6B23F8181F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28688" y="647700"/>
            <a:ext cx="10333037" cy="556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553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3150"/>
    </mc:Choice>
    <mc:Fallback>
      <p:transition spd="slow" advTm="2315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315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Shristi Singh</dc:creator>
  <cp:lastModifiedBy>Shristi Singh</cp:lastModifiedBy>
  <cp:revision>1</cp:revision>
  <dcterms:created xsi:type="dcterms:W3CDTF">2026-06-22T11:10:34Z</dcterms:created>
  <dcterms:modified xsi:type="dcterms:W3CDTF">2026-06-22T11:10:35Z</dcterms:modified>
</cp:coreProperties>
</file>